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 ES Analyzer: a FastAPI + vanilla-JS tool to explore, query, and manage the Elasticsearch/OpenSearch data on Radware CyberController deployments.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one CC-aware tool covering health, indices, queries, attacks, analytics — for support/QA/engineering.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 SPA ↔ FastAPI ↔ ES. Raw-HTTP client, runtime-swappable connection with SSH fallback, and a CC index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screens: Connection, Dashboard, Summary Analytics, Attacks View, Query Editor, Index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screen: endpoint, auth, saved profiles, SSH open-port/tunnel fallback, runtime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Dashboard: health cards with copyable reasons, categorised index catalog, bulk export/delete, archives.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Analytics: KPI ribbon (real sample numbers), charts, stat tables, and a standalone techSupport JSON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Attacks View: generic common columns; row click drills into *dp-*/*attack-data* indices (both ID forms), grouped per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 Editor marquee: NL translation groups OR-ed values per field into a terms clause and ANDs across fields; plus JSON editor, pickers, suggestions, multi-index run, results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 Detail: stats, sample docs, rich table, query/aggregate from filters, write mode, and index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tools: artificial data with derived/dependency fields; CSV + snapshot archives; duplicate with date shift; CSV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Help: per-screen “?” button opens a context-specific modal; close with Esc/outside/Got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Workflows: techSupport analytics; QA data prep (duplicate + artificial + verify); incident drill-down (attacks → detail → query).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started: pip install -r requirements.txt → python main.py → http://localhost:8000 (/docs). Remember the per-screen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554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23B4E">
              <a:alpha val="9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04504" y="1554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08008" y="1554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7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1512" y="1554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9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15016" y="1554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C4B6">
              <a:alpha val="7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0" y="1554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7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2157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7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04504" y="2157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7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08008" y="2157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11512" y="2157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C4B6">
              <a:alpha val="7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15016" y="2157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7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18520" y="2157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23B4E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2761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7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04504" y="2761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208008" y="2761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C4B6">
              <a:alpha val="7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11512" y="2761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7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415016" y="2761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18520" y="2761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7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33649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04504" y="33649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C4B6">
              <a:alpha val="7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208008" y="33649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7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811512" y="33649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415016" y="33649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23B4E">
              <a:alpha val="7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018520" y="33649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C4B6">
              <a:alpha val="7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0" y="3968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C4B6">
              <a:alpha val="7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604504" y="3968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7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208008" y="3968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811512" y="3968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7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415016" y="3968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C4B6">
              <a:alpha val="7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018520" y="3968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0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7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04504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208008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7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811512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23B4E">
              <a:alpha val="7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415016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018520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7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001000" y="517550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604504" y="517550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7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208008" y="517550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C4B6">
              <a:alpha val="7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811512" y="517550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1C6D4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415016" y="517550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3617B">
              <a:alpha val="7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018520" y="517550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6324A">
              <a:alpha val="7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 ·  USAGE GUIDE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" y="1965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</a:t>
            </a:r>
            <a:endParaRPr lang="en-US" sz="5200" dirty="0"/>
          </a:p>
        </p:txBody>
      </p:sp>
      <p:sp>
        <p:nvSpPr>
          <p:cNvPr id="46" name="Text 44"/>
          <p:cNvSpPr/>
          <p:nvPr/>
        </p:nvSpPr>
        <p:spPr>
          <a:xfrm>
            <a:off x="685800" y="30632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Explore, query and manage CyberController Elasticsearch data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85800" y="3977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FastAPI service + a no-build single-page UI, purpose-built for </a:t>
            </a:r>
            <a:pPr indent="0" marL="0">
              <a:buNone/>
            </a:pPr>
            <a:r>
              <a:rPr lang="en-US" sz="1400" b="1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CyberController</a:t>
            </a:r>
            <a:pPr indent="0" marL="0">
              <a:buNone/>
            </a:pPr>
            <a:r>
              <a:rPr lang="en-US" sz="14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clusters (OpenSearch / ES 1.x).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localhost:8000  ·  connects to any CC machine’s Elasticsearch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for the whole CC Elasticsearch surface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connects straight to a CyberController machine’s Elasticsearch / OpenSearch and gives support, QA and engineering teams a fast, CC-aware way to see cluster health, browse and edit indices, run natural-language queries, review attacks, and generate analytics — all from the browser.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46520" y="1481328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47688" y="1755648"/>
            <a:ext cx="502920" cy="50292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47688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16093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process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0" y="19019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serves both the REST API and the SPA. No separate frontend build — edit and reload.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2670048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47688" y="2944368"/>
            <a:ext cx="502920" cy="50292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47688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7980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Raw-HTTP ES client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0" y="30906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ES over plain HTTP, so it works with the older / proxied clusters common on CC.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858768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47688" y="4133088"/>
            <a:ext cx="502920" cy="50292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47688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39867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CC-aware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0" y="42793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CC index naming and categorises every index (DP Attacks, EAAF, ADC …).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5047488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47688" y="5321808"/>
            <a:ext cx="502920" cy="502920"/>
          </a:xfrm>
          <a:prstGeom prst="ellipse">
            <a:avLst/>
          </a:prstGeom>
          <a:solidFill>
            <a:srgbClr val="31C6D4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47688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5175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help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0" y="54681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has a “?” Help button with comprehensive, context-specific guidance.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thin, CC-aware layer over Elasticsearch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78308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80260" y="2020824"/>
            <a:ext cx="585216" cy="585216"/>
          </a:xfrm>
          <a:prstGeom prst="ellipse">
            <a:avLst/>
          </a:prstGeom>
          <a:solidFill>
            <a:srgbClr val="16324A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80260" y="20208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302666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· no build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2461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6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+ app.js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14216" y="233172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782312" y="178308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12764" y="2020824"/>
            <a:ext cx="585216" cy="585216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12764" y="20208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5192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65192" y="302666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SPA host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5192" y="32461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6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· routers/ · services/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0" y="233172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814816" y="178308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145268" y="2020824"/>
            <a:ext cx="585216" cy="585216"/>
          </a:xfrm>
          <a:prstGeom prst="ellipse">
            <a:avLst/>
          </a:prstGeom>
          <a:solidFill>
            <a:srgbClr val="43617B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145268" y="20208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97696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/ OpenSearch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97696" y="302666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CC machine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97696" y="32461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6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1.x · OpenSearch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9808" y="3977640"/>
            <a:ext cx="10716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4114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4805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requests, not elasticsearch-py —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the client product-check that rejects older / proxied CC servers.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ES client singleton —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 button swaps the live connection at runtime; optional SSH open-port / tunnel fallback.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index catalog —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→ category/description mapping drives the CC-aware annotations across every screen.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focused workspaces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6002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1837944"/>
            <a:ext cx="548640" cy="54864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64208" y="1856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4414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CC machine’s ES — saved profiles, credentials, SSH fallback.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16002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37944"/>
            <a:ext cx="548640" cy="548640"/>
          </a:xfrm>
          <a:prstGeom prst="ellipse">
            <a:avLst/>
          </a:prstGeom>
          <a:solidFill>
            <a:srgbClr val="31C6D4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12664" y="1856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Dashboard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54296" y="24414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health + a searchable, categorised catalog of every CC index.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837944"/>
            <a:ext cx="548640" cy="548640"/>
          </a:xfrm>
          <a:prstGeom prst="ellipse">
            <a:avLst/>
          </a:prstGeom>
          <a:solidFill>
            <a:srgbClr val="E0913A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66176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0" y="1856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Analytics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02752" y="24414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KPIs, charts and techSupport-ready analytics for the whole cluster.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3374136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9264" y="3611880"/>
            <a:ext cx="548640" cy="548640"/>
          </a:xfrm>
          <a:prstGeom prst="ellipse">
            <a:avLst/>
          </a:prstGeom>
          <a:solidFill>
            <a:srgbClr val="E23B4E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9264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64208" y="3630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View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05840" y="4215384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attacks in common columns with per-attack drill-down.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98264" y="3374136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611880"/>
            <a:ext cx="548640" cy="548640"/>
          </a:xfrm>
          <a:prstGeom prst="ellipse">
            <a:avLst/>
          </a:prstGeom>
          <a:solidFill>
            <a:srgbClr val="43617B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12664" y="3630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Editor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54296" y="4215384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→ Elasticsearch queries, plus a full JSON editor.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374136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3611880"/>
            <a:ext cx="548640" cy="548640"/>
          </a:xfrm>
          <a:prstGeom prst="ellipse">
            <a:avLst/>
          </a:prstGeom>
          <a:solidFill>
            <a:srgbClr val="16324A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66176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61120" y="3630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Detail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02752" y="4215384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filter, edit, duplicate and generate data for one index.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· CONNECTION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CyberController cluster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— 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port (default 9200) and scheme (http/https).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basic user/password; TLS cert verification toggle.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profiles — 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multiple CC machines and reconnect in one click.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fallback — 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ES port is unreachable, open it on the box’s firewall or tunnel ES traffic over SSH.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swap — 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updates at runtime; the top bar shows machine, cluster and ES version.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0" y="155448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F2F6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12280" y="17739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12280" y="22128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2212848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2212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10.205.189.20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2724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724912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7249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9200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12280" y="3236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236976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236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1228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3749040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3749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(optional)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12280" y="42611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261104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42611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********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4828032"/>
            <a:ext cx="4434840" cy="4572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4828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· CLUSTER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at a glance, indices in reach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5544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12648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15544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83464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93792" y="15544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93792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1.2k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056632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SHARDS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15784" y="15544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15784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278624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37776" y="15544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37776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500616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VERSION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" y="2834640"/>
            <a:ext cx="10716768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29809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HERE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346704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non-green health —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the Status or Unassigned cards for the exact reason and per-shard detail, in a copyable tooltip.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every CC index —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table, each row tagged with its CC category (DP Attacks, EAAF, ADC …).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—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indices to export (one CSV each) or delete; add a new index; click a row to open its detail.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—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compressed exports: create, download, and restore/upload index archives.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· SUMMARY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Cluster-wide attack analytics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536192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8,696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12648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ATTACKS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87752" y="1536192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570.1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450592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 (S)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25696" y="1536192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25696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875,541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288536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DURATION (S)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1536192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33.3M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126480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ATTACK BW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01584" y="1536192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01584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13,132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64424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GAP (S)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939528" y="1536192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39528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802368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TRAFFIC (BPS)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2880360"/>
            <a:ext cx="5943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KPI ribbon —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 cards stay pinned to the top while the rest of the page scrolls.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—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over time (day / week / month), categories, by-risk, by-status and traffic.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tables —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per attack category and inter-attack gap statistics.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49440" y="2880360"/>
            <a:ext cx="4526280" cy="274320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05472" y="30815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JSON  =  techSupport script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05472" y="3429000"/>
            <a:ext cx="4014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analytics payload the screen shows can be produced on a CC host by a standalone, stdlib-only script — ideal for automated techSupport bundles.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05472" y="4617720"/>
            <a:ext cx="4014216" cy="749808"/>
          </a:xfrm>
          <a:prstGeom prst="roundRect">
            <a:avLst>
              <a:gd name="adj" fmla="val 7317"/>
            </a:avLst>
          </a:prstGeom>
          <a:solidFill>
            <a:srgbClr val="0F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7370064" y="461772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scripts/generate_cc_summary.py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--host localhost --port 9200 -o summary.json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· ATTACKS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type, one common table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600200"/>
            <a:ext cx="6766560" cy="402336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6002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96896" y="16002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77056" y="16002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57216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28816" y="16002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002536"/>
            <a:ext cx="6766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02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25-1784016390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96896" y="2002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77056" y="2002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07-14 11:16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57216" y="2002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50.50.154.235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28816" y="2002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" y="2368296"/>
            <a:ext cx="6766560" cy="365760"/>
          </a:xfrm>
          <a:prstGeom prst="rect">
            <a:avLst/>
          </a:prstGeom>
          <a:solidFill>
            <a:srgbClr val="F2F6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3682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8-1784016390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96896" y="2368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77056" y="2368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07-14 11:16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57216" y="2368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50.50.154.235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28816" y="2368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" y="2734056"/>
            <a:ext cx="6766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2734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24-1784016390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96896" y="2734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TrafficFilt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7056" y="2734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07-14 11:16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57216" y="2734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50.50.154.235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28816" y="27340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" y="3099816"/>
            <a:ext cx="6766560" cy="365760"/>
          </a:xfrm>
          <a:prstGeom prst="rect">
            <a:avLst/>
          </a:prstGeom>
          <a:solidFill>
            <a:srgbClr val="F2F6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3099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16-1784016390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96896" y="30998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SynFlood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77056" y="30998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07-14 11:16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57216" y="3099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50.50.154.235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28816" y="3099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" y="35387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Common columns only — mixed attack sources line up together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18120" y="1600200"/>
            <a:ext cx="3657600" cy="3703320"/>
          </a:xfrm>
          <a:prstGeom prst="roundRect">
            <a:avLst>
              <a:gd name="adj" fmla="val 2000"/>
            </a:avLst>
          </a:prstGeom>
          <a:solidFill>
            <a:srgbClr val="F2F6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55864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 → DRILL-DOWN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55864" y="2203704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every *dp-* and *attack-data* index for that attack ID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both the dash and underscore ID forms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all matching documents per index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 for one attack, across raw and rollup data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· QUERY EDITOR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→ precise Elasticsearch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517904"/>
            <a:ext cx="10698480" cy="932688"/>
          </a:xfrm>
          <a:prstGeom prst="roundRect">
            <a:avLst>
              <a:gd name="adj" fmla="val 686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9264" y="16093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9264" y="1828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sourceIp is 1.2.159.201 or 1.3.205.189 or 1.4.12.185  and  attackIpsId is "6562-7260207185" or "8456-4826337962"  and  policyName is pol5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94960" y="25786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25786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3017520"/>
            <a:ext cx="10698480" cy="2606040"/>
          </a:xfrm>
          <a:prstGeom prst="roundRect">
            <a:avLst>
              <a:gd name="adj" fmla="val 2456"/>
            </a:avLst>
          </a:prstGeom>
          <a:solidFill>
            <a:srgbClr val="0F2233"/>
          </a:solidFill>
          <a:ln/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9264" y="31272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QUERY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9264" y="3419856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"query": { "bool": { "must": [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"terms": { "sourceIp":    ["1.2.159.201","1.3.205.189","1.4.12.185"] } },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"terms": { "attackIpsId": ["6562-7260207185","8456-4826337962"] } },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"match": { "policyName":  "pol5" }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B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 } 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570585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 values on the same field collapse into one </a:t>
            </a:r>
            <a:pPr indent="0" marL="0">
              <a:buNone/>
            </a:pPr>
            <a:r>
              <a:rPr lang="en-US" sz="1150" b="1" dirty="0">
                <a:solidFill>
                  <a:srgbClr val="17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terms</a:t>
            </a:r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clause  ·  </a:t>
            </a:r>
            <a:pPr indent="0" marL="0">
              <a:buNone/>
            </a:pPr>
            <a:r>
              <a:rPr lang="en-US" sz="1150" b="1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15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different fields. Also: attack-type &amp; time pickers, field suggestions, multi-index Run All, Table/CSV, filters, aggregate, export, write mode.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 · INDEX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manage one index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 —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deleted, store size, mapped fields, showing / total.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docs —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Table / CSV; sticky header that fills the screen; adjustable page size.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table —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funnel filters, sortable headers, show/hide fields, human-readable dates.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filters —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active filters into an ES query or an aggregation.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mode —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cells and delete fields / documents (selected rows or all matching the filter).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0" y="1572768"/>
            <a:ext cx="4892040" cy="4114800"/>
          </a:xfrm>
          <a:prstGeom prst="roundRect">
            <a:avLst>
              <a:gd name="adj" fmla="val 1778"/>
            </a:avLst>
          </a:prstGeom>
          <a:solidFill>
            <a:srgbClr val="F2F6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85432" y="17739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ACTIONS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85432" y="2176272"/>
            <a:ext cx="109728" cy="713232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21762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0" y="245059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docs — slice-aware, skips existing, with dependency rules.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85432" y="3017520"/>
            <a:ext cx="109728" cy="713232"/>
          </a:xfrm>
          <a:prstGeom prst="roundRect">
            <a:avLst>
              <a:gd name="adj" fmla="val 25000"/>
            </a:avLst>
          </a:prstGeom>
          <a:solidFill>
            <a:srgbClr val="31C6D4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30175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329184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documents from a CSV (same shape as export).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85432" y="3858768"/>
            <a:ext cx="109728" cy="713232"/>
          </a:xfrm>
          <a:prstGeom prst="roundRect">
            <a:avLst>
              <a:gd name="adj" fmla="val 25000"/>
            </a:avLst>
          </a:prstGeom>
          <a:solidFill>
            <a:srgbClr val="43617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38587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0" y="413308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index to a new name, optionally shifting all date fields.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85432" y="4700016"/>
            <a:ext cx="109728" cy="713232"/>
          </a:xfrm>
          <a:prstGeom prst="roundRect">
            <a:avLst>
              <a:gd name="adj" fmla="val 25000"/>
            </a:avLst>
          </a:prstGeom>
          <a:solidFill>
            <a:srgbClr val="E23B4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47000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index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0" y="497433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index permanently.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move and archive index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6916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47672"/>
            <a:ext cx="457200" cy="45720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91056" y="1947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6060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Slice-aware synthetic documents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already-existing data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rules derive fields from a timestamp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24128" y="3867912"/>
            <a:ext cx="2880360" cy="402336"/>
          </a:xfrm>
          <a:prstGeom prst="roundRect">
            <a:avLst>
              <a:gd name="adj" fmla="val 11364"/>
            </a:avLst>
          </a:prstGeom>
          <a:solidFill>
            <a:srgbClr val="E8EEF3"/>
          </a:solidFill>
          <a:ln/>
        </p:spPr>
      </p:sp>
      <p:sp>
        <p:nvSpPr>
          <p:cNvPr id="9" name="Text 7"/>
          <p:cNvSpPr/>
          <p:nvPr/>
        </p:nvSpPr>
        <p:spPr>
          <a:xfrm>
            <a:off x="1133856" y="386791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ts 1784721600000 → day=3, hourOfDay=12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98264" y="16916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1947672"/>
            <a:ext cx="457200" cy="457200"/>
          </a:xfrm>
          <a:prstGeom prst="ellipse">
            <a:avLst/>
          </a:prstGeom>
          <a:solidFill>
            <a:srgbClr val="31C6D4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9512" y="1947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2584" y="26060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CSV exports (scrolled)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snapshot archives for huge indices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then restore / upload elsewhere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72584" y="3867912"/>
            <a:ext cx="2880360" cy="402336"/>
          </a:xfrm>
          <a:prstGeom prst="roundRect">
            <a:avLst>
              <a:gd name="adj" fmla="val 11364"/>
            </a:avLst>
          </a:prstGeom>
          <a:solidFill>
            <a:srgbClr val="E8EEF3"/>
          </a:solidFill>
          <a:ln/>
        </p:spPr>
      </p:sp>
      <p:sp>
        <p:nvSpPr>
          <p:cNvPr id="15" name="Text 13"/>
          <p:cNvSpPr/>
          <p:nvPr/>
        </p:nvSpPr>
        <p:spPr>
          <a:xfrm>
            <a:off x="4782312" y="386791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for multi-GB indices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947672"/>
            <a:ext cx="457200" cy="457200"/>
          </a:xfrm>
          <a:prstGeom prst="ellipse">
            <a:avLst/>
          </a:prstGeom>
          <a:solidFill>
            <a:srgbClr val="43617B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87968" y="1947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Import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6060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an index under a new name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shift all date fields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documents from CSV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21040" y="3867912"/>
            <a:ext cx="2880360" cy="402336"/>
          </a:xfrm>
          <a:prstGeom prst="roundRect">
            <a:avLst>
              <a:gd name="adj" fmla="val 11364"/>
            </a:avLst>
          </a:prstGeom>
          <a:solidFill>
            <a:srgbClr val="E8EEF3"/>
          </a:solidFill>
          <a:ln/>
        </p:spPr>
      </p:sp>
      <p:sp>
        <p:nvSpPr>
          <p:cNvPr id="21" name="Text 19"/>
          <p:cNvSpPr/>
          <p:nvPr/>
        </p:nvSpPr>
        <p:spPr>
          <a:xfrm>
            <a:off x="8430768" y="386791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building QA fixtures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ONLINE HELP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help on every screen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—  </a:t>
            </a:r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“?” Help button sits in the header of all six screens.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Context-specific —  </a:t>
            </a:r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opens a modal describing that screen’s controls, workflows and tips.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 —  </a:t>
            </a:r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Esc, a click outside, or “Got it”. No docs to hunt for.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72200" y="160020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160020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002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Query Editor — Help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18520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3134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BOX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258775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criteria in plain English, then Translate.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within a field, AND across fields.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/ Time pickers, sort, and field suggestions.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393192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42062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Table / CSV, filters, Query from Filters.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shown or all; write mode to edit / delete.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149840" y="507492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5074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typical workflows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69164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965960"/>
            <a:ext cx="512064" cy="512064"/>
          </a:xfrm>
          <a:prstGeom prst="ellipse">
            <a:avLst/>
          </a:prstGeom>
          <a:solidFill>
            <a:srgbClr val="E0913A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techSupport analytics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42416" y="3264408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26464" y="32095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CC cluster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42416" y="3977640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42416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26464" y="39227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Summary Analytics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42416" y="4690872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26464" y="46360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JSON — or run the standalone script on the host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98264" y="169164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72584" y="1965960"/>
            <a:ext cx="512064" cy="512064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72584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data preparation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90872" y="3264408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22" name="Text 20"/>
          <p:cNvSpPr/>
          <p:nvPr/>
        </p:nvSpPr>
        <p:spPr>
          <a:xfrm>
            <a:off x="4690872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32095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 index with a date shift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90872" y="3977640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872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39227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artificial data with dependency rules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90872" y="4690872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28" name="Text 26"/>
          <p:cNvSpPr/>
          <p:nvPr/>
        </p:nvSpPr>
        <p:spPr>
          <a:xfrm>
            <a:off x="4690872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46360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Index Detail / export a fixture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169164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139700" dist="50800" dir="5400000">
              <a:srgbClr val="23384A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1965960"/>
            <a:ext cx="512064" cy="512064"/>
          </a:xfrm>
          <a:prstGeom prst="ellipse">
            <a:avLst/>
          </a:prstGeom>
          <a:solidFill>
            <a:srgbClr val="E23B4E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2104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1040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drill-down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339328" y="3264408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35" name="Text 33"/>
          <p:cNvSpPr/>
          <p:nvPr/>
        </p:nvSpPr>
        <p:spPr>
          <a:xfrm>
            <a:off x="8339328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23376" y="32095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attack in Attacks View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39328" y="3977640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38" name="Text 36"/>
          <p:cNvSpPr/>
          <p:nvPr/>
        </p:nvSpPr>
        <p:spPr>
          <a:xfrm>
            <a:off x="8339328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723376" y="39227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row for cross-index detail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39328" y="4690872"/>
            <a:ext cx="274320" cy="274320"/>
          </a:xfrm>
          <a:prstGeom prst="ellipse">
            <a:avLst/>
          </a:prstGeom>
          <a:solidFill>
            <a:srgbClr val="E8EEF3"/>
          </a:solidFill>
          <a:ln/>
        </p:spPr>
      </p:sp>
      <p:sp>
        <p:nvSpPr>
          <p:cNvPr id="41" name="Text 39"/>
          <p:cNvSpPr/>
          <p:nvPr/>
        </p:nvSpPr>
        <p:spPr>
          <a:xfrm>
            <a:off x="8339328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23376" y="46360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in the Query Editor, export results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running in three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2148840"/>
            <a:ext cx="548640" cy="54864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167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66160" y="2167128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0F2233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1671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2935224"/>
            <a:ext cx="548640" cy="54864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953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66160" y="2953512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0F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95351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721608"/>
            <a:ext cx="548640" cy="54864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0D1B2A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739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66160" y="3739896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0F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373989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     ·     API docs at /docs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" y="49377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9377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1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4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carries a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pPr indent="0" marL="0">
              <a:buNone/>
            </a:pPr>
            <a:r>
              <a:rPr lang="en-US" sz="14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 button — the fastest way to learn each workspace is inside the tool itself.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ES Analyzer  ·  Product Overview &amp; Usage Guide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 ES Analyzer — Overview</dc:title>
  <dc:subject>PptxGenJS Presentation</dc:subject>
  <dc:creator>CC ES Analyzer</dc:creator>
  <cp:lastModifiedBy>CC ES Analyzer</cp:lastModifiedBy>
  <cp:revision>1</cp:revision>
  <dcterms:created xsi:type="dcterms:W3CDTF">2026-07-26T07:30:16Z</dcterms:created>
  <dcterms:modified xsi:type="dcterms:W3CDTF">2026-07-26T07:30:16Z</dcterms:modified>
</cp:coreProperties>
</file>